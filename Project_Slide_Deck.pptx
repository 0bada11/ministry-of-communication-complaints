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عرّف بنفسك ثم بالمنصة في جملة واحدة: بوابة واحدة لشكاوى قطاع الاتصالات، من التقديم حتى الإغلاق.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من تجربة المواطن: لا يعرف أين يشتكي، ولا ماذا حصل بعد ذلك. ومن جهة الوزارة: لا سجل موحّد ولا مؤشرات.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كلف مباشرة: وقت ضائع على الموظف، تكرار، وقرار بلا بيانات. هذه الأرقام توضيحية لحجم المشكلة لا قياسات ميدانية.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 إلى الحل.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 خطوات: تقديم، تصنيف وتوجيه آلي، معالجة مع سجل تحديثات، ثم إغلاق. الرقم المرجعي يُصدر فوراً ولا ينتظر أي نموذج.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شاشات فقط، لأن العمل ينقسم فعلياً هكذا: مواطن يقدّم، مواطن يتتبع، وموظف يعالج.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اثنا عشر نوعاً تغطي مجالات الجهات السبع كلها — لا جهة بطابور فارغ. التطبيع العربي يجعل الاختلافات الإملائية تتطابق.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انتقال إلى قسم الذكاء الاصطناعي — ميزتان تعملان محلياً بالكامل.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المساعد يجيب من قاعدة المعرفة فقط. النقطة الأهم: البحث الهجين لم يُختر ذوقاً، بل لأن القياس أثبت أن المتجهات وحدها تفشل على العربية.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المواطن لم يعد يختار الأولوية — التقدير الذاتي غير قابل للمقارنة. المثال الحقيقي يثبت أن النموذج يتفوق على القواعد.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المنتج بالأثر الوطني: ثقة، سرعة، وقرار مبني على بيانات. وأكد أن المنصة نموذج قابل للتعميم على وزارات أخرى.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واجهة بلا إطار عمل ولا بناء، خلفية FastAPI وSQLite، وذكاء اصطناعي محلي عبر Ollama.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هي الفروق الهندسية التي تفصل نموذجاً أولياً عن نظام صالح للتشغيل.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القياس هو ما قاد قرار البحث الهجين. اذكر أن الاختبار يفشل تلقائياً إذا توقف الهجين عن التفوق على أي من نصفيه.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ابدأ بالمصادقة — هي أول ما يجب إضافته قبل أي نشر حقيقي — ثم بقية الخارطة.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بثلاث جمل: شكوى واحدة، مسار واضح، وقرار مبني على بيانات. ثم افتح باب الأسئلة.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2026-08-24T07:54:52Z</dcterms:created>
  <dcterms:modified xsi:type="dcterms:W3CDTF">2026-08-24T07:54:52Z</dcterms:modified>
</cp:coreProperties>
</file>